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702" y="1517079"/>
            <a:ext cx="8260595" cy="34470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 dirty="0"/>
          </a:p>
          <a:p>
            <a:pPr algn="ctr">
              <a:defRPr sz="6000" b="1">
                <a:solidFill>
                  <a:srgbClr val="005AC8"/>
                </a:solidFill>
              </a:defRPr>
            </a:pPr>
            <a:r>
              <a:rPr sz="4000" b="1" dirty="0">
                <a:solidFill>
                  <a:srgbClr val="C9A85C"/>
                </a:solidFill>
                <a:latin typeface="Montserrat"/>
              </a:rPr>
              <a:t>SMART FRIDGE</a:t>
            </a:r>
          </a:p>
          <a:p>
            <a:pPr algn="ctr">
              <a:defRPr sz="2800">
                <a:solidFill>
                  <a:srgbClr val="505050"/>
                </a:solidFill>
              </a:defRPr>
            </a:pP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Projet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de gestion – T-CEN-500</a:t>
            </a:r>
          </a:p>
          <a:p>
            <a:pPr algn="ctr">
              <a:defRPr sz="2000">
                <a:solidFill>
                  <a:srgbClr val="646464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Louis Proton &amp; Vincent Silvestri </a:t>
            </a:r>
            <a:endParaRPr lang="fr-FR" sz="4000" b="1" dirty="0">
              <a:solidFill>
                <a:schemeClr val="bg1">
                  <a:lumMod val="85000"/>
                </a:schemeClr>
              </a:solidFill>
              <a:latin typeface="Montserrat"/>
            </a:endParaRPr>
          </a:p>
          <a:p>
            <a:pPr algn="ctr">
              <a:defRPr sz="2000">
                <a:solidFill>
                  <a:srgbClr val="646464"/>
                </a:solidFill>
              </a:defRPr>
            </a:pPr>
            <a:r>
              <a:rPr sz="4000" b="1" dirty="0">
                <a:solidFill>
                  <a:srgbClr val="C9A85C"/>
                </a:solidFill>
                <a:latin typeface="Montserrat"/>
              </a:rPr>
              <a:t>– Epitech Nice – </a:t>
            </a:r>
            <a:endParaRPr lang="fr-FR" sz="4000" b="1" dirty="0">
              <a:solidFill>
                <a:srgbClr val="C9A85C"/>
              </a:solidFill>
              <a:latin typeface="Montserrat"/>
            </a:endParaRPr>
          </a:p>
          <a:p>
            <a:pPr algn="ctr">
              <a:defRPr sz="2000">
                <a:solidFill>
                  <a:srgbClr val="646464"/>
                </a:solidFill>
              </a:defRPr>
            </a:pPr>
            <a:r>
              <a:rPr sz="4000" b="1" dirty="0" err="1">
                <a:solidFill>
                  <a:srgbClr val="C9A85C"/>
                </a:solidFill>
                <a:latin typeface="Montserrat"/>
              </a:rPr>
              <a:t>Décembre</a:t>
            </a:r>
            <a:r>
              <a:rPr sz="4000" b="1" dirty="0">
                <a:solidFill>
                  <a:srgbClr val="C9A85C"/>
                </a:solidFill>
                <a:latin typeface="Montserrat"/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 dirty="0">
                <a:solidFill>
                  <a:srgbClr val="C9A85C"/>
                </a:solidFill>
                <a:latin typeface="Montserrat"/>
              </a:rPr>
              <a:t>Vision &amp; </a:t>
            </a:r>
            <a:r>
              <a:rPr sz="4000" b="1" dirty="0" err="1">
                <a:solidFill>
                  <a:srgbClr val="C9A85C"/>
                </a:solidFill>
                <a:latin typeface="Montserrat"/>
              </a:rPr>
              <a:t>Problématique</a:t>
            </a:r>
            <a:endParaRPr sz="4000" b="1" dirty="0">
              <a:solidFill>
                <a:srgbClr val="C9A85C"/>
              </a:solidFill>
              <a:latin typeface="Montserra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Réinventer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la gestion des courses à domicile.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Frigo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connecté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→ IA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embarquée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→ panier Drive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automatique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« On ne vend pas un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frigo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, on vend un assistant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d’achats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alimentaires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 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 dirty="0" err="1">
                <a:solidFill>
                  <a:srgbClr val="C9A85C"/>
                </a:solidFill>
                <a:latin typeface="Montserrat"/>
              </a:rPr>
              <a:t>Fonctionnement</a:t>
            </a:r>
            <a:r>
              <a:rPr sz="4000" b="1" dirty="0">
                <a:solidFill>
                  <a:srgbClr val="C9A85C"/>
                </a:solidFill>
                <a:latin typeface="Montserrat"/>
              </a:rPr>
              <a:t>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1️⃣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Détection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Caméras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internes + IA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embarquée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identifient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le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contenu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2️⃣ Notification : Stock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faible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→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alerte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et mise à jour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inventaire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3️⃣ Panier Drive :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Produit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ajouté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automatiquement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au panier.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4️⃣ Validation :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L’utilisateur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valide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le panier final.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Traitement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local (Edge AI) = Respect vie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privée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&amp; RGPD.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 dirty="0">
                <a:solidFill>
                  <a:srgbClr val="C9A85C"/>
                </a:solidFill>
                <a:latin typeface="Montserrat"/>
              </a:rPr>
              <a:t>Valeur </a:t>
            </a:r>
            <a:r>
              <a:rPr sz="4000" b="1" dirty="0" err="1">
                <a:solidFill>
                  <a:srgbClr val="C9A85C"/>
                </a:solidFill>
                <a:latin typeface="Montserrat"/>
              </a:rPr>
              <a:t>ajoutée</a:t>
            </a:r>
            <a:r>
              <a:rPr sz="4000" b="1" dirty="0">
                <a:solidFill>
                  <a:srgbClr val="C9A85C"/>
                </a:solidFill>
                <a:latin typeface="Montserrat"/>
              </a:rPr>
              <a:t> </a:t>
            </a:r>
            <a:r>
              <a:rPr sz="4000" b="1" dirty="0" err="1">
                <a:solidFill>
                  <a:srgbClr val="C9A85C"/>
                </a:solidFill>
                <a:latin typeface="Montserrat"/>
              </a:rPr>
              <a:t>utilisateur</a:t>
            </a:r>
            <a:endParaRPr sz="4000" b="1" dirty="0">
              <a:solidFill>
                <a:srgbClr val="C9A85C"/>
              </a:solidFill>
              <a:latin typeface="Montserra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pPr marL="0" indent="0">
              <a:buNone/>
            </a:pPr>
            <a:endParaRPr lang="fr-FR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Gain de temps et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réduction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de la charge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mentale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Zéro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rupture de stock domestique.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Suivi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consommation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, budget et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diète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Confort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premium et image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technologique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haut de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gamme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>
                <a:solidFill>
                  <a:srgbClr val="C9A85C"/>
                </a:solidFill>
                <a:latin typeface="Montserrat"/>
              </a:rPr>
              <a:t>Analyse marché et 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Marché IoT domestique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en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forte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croissance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(+22 %/an).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Aucun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acteur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actuel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ne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relie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l’inventaire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réel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à un Drive.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Benchmark : Samsung / LG / Haier –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fonctionnalités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partielles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Smart Fridge = 1er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frigo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connecté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intelligent +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automatisation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36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complète</a:t>
            </a:r>
            <a:r>
              <a:rPr sz="36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Drive.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 dirty="0" err="1">
                <a:solidFill>
                  <a:srgbClr val="C9A85C"/>
                </a:solidFill>
                <a:latin typeface="Montserrat"/>
              </a:rPr>
              <a:t>Méthodologie</a:t>
            </a:r>
            <a:r>
              <a:rPr sz="4000" b="1" dirty="0">
                <a:solidFill>
                  <a:srgbClr val="C9A85C"/>
                </a:solidFill>
                <a:latin typeface="Montserrat"/>
              </a:rPr>
              <a:t> &amp; </a:t>
            </a:r>
            <a:r>
              <a:rPr sz="4000" b="1" dirty="0" err="1">
                <a:solidFill>
                  <a:srgbClr val="C9A85C"/>
                </a:solidFill>
                <a:latin typeface="Montserrat"/>
              </a:rPr>
              <a:t>rôles</a:t>
            </a:r>
            <a:endParaRPr sz="4000" b="1" dirty="0">
              <a:solidFill>
                <a:srgbClr val="C9A85C"/>
              </a:solidFill>
              <a:latin typeface="Montserra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250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Approche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itérative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– mise à jour continue du Gantt et du budget.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Phases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clés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 PoC → Prototype →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Industrialisation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Louis Proton :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faisabilité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technique,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cohérence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fonctionnelle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Vincent Silvestri : planification, budget, communication.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Travail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en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binôme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sur toute la coordination </a:t>
            </a:r>
            <a:r>
              <a:rPr sz="112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projet</a:t>
            </a:r>
            <a:r>
              <a:rPr sz="112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  <a:endParaRPr sz="4000" b="1" dirty="0">
              <a:solidFill>
                <a:schemeClr val="bg1">
                  <a:lumMod val="85000"/>
                </a:schemeClr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>
                <a:solidFill>
                  <a:srgbClr val="C9A85C"/>
                </a:solidFill>
                <a:latin typeface="Montserrat"/>
              </a:rPr>
              <a:t>Planification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Phase 1 : Proof of Concept (3 sem.) – Étude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marché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,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faisabilité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IA.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Phase 2 : Prototype (3 sem.) – Prototype matériel, API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simulée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Phase 3 :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Industrialisation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(2 sem.) –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Conformité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CE/RGPD, communication.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Livrables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 Gantt, Budget,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Risques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, Communications, Rapport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>
                <a:solidFill>
                  <a:srgbClr val="C9A85C"/>
                </a:solidFill>
                <a:latin typeface="Montserrat"/>
              </a:rPr>
              <a:t>Budget &amp; ressources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Budget total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estimé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 205 000 € (incl. marge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imprévus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10%).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Répartition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 70 % RH | 20 % matériel | 10 % communication &amp;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conformité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Principales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ressources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- Chefs de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projet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(Louis &amp; Vincent)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-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Ingénieur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IA,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Ingénieur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IoT, Dev Backend, Privacy Officer.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>
                <a:solidFill>
                  <a:srgbClr val="C9A85C"/>
                </a:solidFill>
                <a:latin typeface="Montserrat"/>
              </a:rPr>
              <a:t>Risques &amp; anticipation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rgbClr val="C9A85C"/>
                </a:solidFill>
                <a:latin typeface="Montserrat"/>
              </a:rPr>
              <a:t>1️⃣ 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Reconnaissance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erronée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des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produits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→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apprentissage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supervisé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2️⃣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Dépendance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Drive → microservice multi-retailers.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3️⃣ Vie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privée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→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traitement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local des données (Edge AI).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Approche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proactive :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risques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intégrés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au budget et au Gantt.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50A0"/>
                </a:solidFill>
              </a:defRPr>
            </a:pPr>
            <a:r>
              <a:rPr sz="4000" b="1">
                <a:solidFill>
                  <a:srgbClr val="C9A85C"/>
                </a:solidFill>
                <a:latin typeface="Montserrat"/>
              </a:rPr>
              <a:t>Conclusion &amp; vision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77500" lnSpcReduction="20000"/>
          </a:bodyPr>
          <a:lstStyle/>
          <a:p>
            <a:endParaRPr dirty="0"/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Smart Fridge,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l’assistant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connecté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du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quotidien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Planification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complète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d’un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produit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alliant IA, IoT et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confort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domestique.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Vision long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terme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: nutrition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personnalisée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&amp; santé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connectée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« Simplifier sans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surveiller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,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prédire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 sans </a:t>
            </a:r>
            <a:r>
              <a:rPr sz="4000" b="1" dirty="0" err="1">
                <a:solidFill>
                  <a:schemeClr val="bg1">
                    <a:lumMod val="85000"/>
                  </a:schemeClr>
                </a:solidFill>
                <a:latin typeface="Montserrat"/>
              </a:rPr>
              <a:t>intrusivité</a:t>
            </a:r>
            <a:r>
              <a:rPr sz="4000" b="1" dirty="0">
                <a:solidFill>
                  <a:schemeClr val="bg1">
                    <a:lumMod val="85000"/>
                  </a:schemeClr>
                </a:solidFill>
                <a:latin typeface="Montserrat"/>
              </a:rPr>
              <a:t>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459</Words>
  <Application>Microsoft Office PowerPoint</Application>
  <PresentationFormat>Affichage à l'écran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Montserrat</vt:lpstr>
      <vt:lpstr>Office Theme</vt:lpstr>
      <vt:lpstr>Présentation PowerPoint</vt:lpstr>
      <vt:lpstr>Vision &amp; Problématique</vt:lpstr>
      <vt:lpstr>Fonctionnement global</vt:lpstr>
      <vt:lpstr>Valeur ajoutée utilisateur</vt:lpstr>
      <vt:lpstr>Analyse marché et positionnement</vt:lpstr>
      <vt:lpstr>Méthodologie &amp; rôles</vt:lpstr>
      <vt:lpstr>Planification du projet</vt:lpstr>
      <vt:lpstr>Budget &amp; ressources</vt:lpstr>
      <vt:lpstr>Risques &amp; anticipation</vt:lpstr>
      <vt:lpstr>Conclusion &amp; vision 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Silvestri</cp:lastModifiedBy>
  <cp:revision>2</cp:revision>
  <dcterms:created xsi:type="dcterms:W3CDTF">2013-01-27T09:14:16Z</dcterms:created>
  <dcterms:modified xsi:type="dcterms:W3CDTF">2025-11-11T10:12:57Z</dcterms:modified>
  <cp:category/>
</cp:coreProperties>
</file>